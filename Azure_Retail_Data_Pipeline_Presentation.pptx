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Azure Retail Data Pipeline</a:t>
            </a:r>
          </a:p>
          <a:p>
            <a:r>
              <a:t>End-to-End Data Engineering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Krishna</a:t>
            </a:r>
            <a:r>
              <a:rPr lang="en-US" dirty="0" smtClean="0"/>
              <a:t> Sai</a:t>
            </a:r>
            <a:endParaRPr dirty="0"/>
          </a:p>
          <a:p>
            <a:r>
              <a:rPr dirty="0"/>
              <a:t>Data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Data Flow:</a:t>
            </a:r>
          </a:p>
          <a:p>
            <a:endParaRPr/>
          </a:p>
          <a:p>
            <a:r>
              <a:t>1. Raw CSV files stored in Azure Blob Storage</a:t>
            </a:r>
          </a:p>
          <a:p>
            <a:r>
              <a:t>2. ADF pipelines ingest and orchestrate data</a:t>
            </a:r>
          </a:p>
          <a:p>
            <a:r>
              <a:t>3. Azure Databricks (PySpark) performs ETL transformations</a:t>
            </a:r>
          </a:p>
          <a:p>
            <a:r>
              <a:t>4. Curated data stored in Azure SQL Database</a:t>
            </a:r>
          </a:p>
          <a:p>
            <a:r>
              <a:t>5. Power BI dashboards for reporting and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Highlights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Designed ADF pipelines for ingestion &amp; orchestration</a:t>
            </a:r>
          </a:p>
          <a:p>
            <a:r>
              <a:t>• Developed PySpark notebooks for transformations</a:t>
            </a:r>
          </a:p>
          <a:p>
            <a:r>
              <a:t>• Automated data loading into Azure SQL Database</a:t>
            </a:r>
          </a:p>
          <a:p>
            <a:r>
              <a:t>• Built Power BI dashboards for sales insights</a:t>
            </a:r>
          </a:p>
          <a:p>
            <a:r>
              <a:t>• Applied Medallion Architecture (Bronze, Silver, Gold)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</Words>
  <Application>Microsoft Office PowerPoint</Application>
  <PresentationFormat>On-screen Show (4:3)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Azure Retail Data Pipeline End-to-End Data Engineering Project</vt:lpstr>
      <vt:lpstr>Project Architecture</vt:lpstr>
      <vt:lpstr>Key Highlights &amp;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Retail Data Pipeline End-to-End Data Engineering Project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2025-09-09T18:46:43Z</dcterms:modified>
  <cp:category/>
</cp:coreProperties>
</file>